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0"/>
  </p:notesMasterIdLst>
  <p:sldIdLst>
    <p:sldId id="256" r:id="rId4"/>
    <p:sldId id="257" r:id="rId5"/>
    <p:sldId id="258" r:id="rId6"/>
    <p:sldId id="259" r:id="rId7"/>
    <p:sldId id="260" r:id="rId8"/>
    <p:sldId id="261" r:id="rId9"/>
  </p:sldIdLst>
  <p:sldSz cx="9144000" cy="5143500" type="screen16x9"/>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9" d="100"/>
          <a:sy n="109" d="100"/>
        </p:scale>
        <p:origin x="763" y="82"/>
      </p:cViewPr>
      <p:guideLst>
        <p:guide pos="2880"/>
        <p:guide pos="162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notesMaster" Target="notesMasters/notesMaster1.xml"/><Relationship Id="rId11" Type="http://schemas.openxmlformats.org/officeDocument/2006/relationships/presProps" Target="presProps.xml" /><Relationship Id="rId12" Type="http://schemas.openxmlformats.org/officeDocument/2006/relationships/tableStyles" Target="tableStyles.xml" /><Relationship Id="rId1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C4869D9-A27C-4FC6-5826-6E6880F07FE4}"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A3A087C-1E71-8877-A805-3D52BAA95883}"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46C43A0-7FFD-D29F-5817-63EA99B1EA31}"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D10399A-5615-3932-C022-3312B016DC94}"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5295DC-7712-447C-989D-15FA8F4BDEFA}"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A9BE12-5FDC-C643-0087-7D6701C47B3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591706129" name="Title 1"/>
          <p:cNvSpPr>
            <a:spLocks noGrp="1"/>
          </p:cNvSpPr>
          <p:nvPr>
            <p:ph type="ctrTitle"/>
          </p:nvPr>
        </p:nvSpPr>
        <p:spPr bwMode="auto">
          <a:xfrm>
            <a:off x="1143000" y="841772"/>
            <a:ext cx="6858000" cy="1790700"/>
          </a:xfrm>
        </p:spPr>
        <p:txBody>
          <a:bodyPr anchor="b"/>
          <a:lstStyle>
            <a:lvl1pPr algn="ctr">
              <a:defRPr sz="4500"/>
            </a:lvl1pPr>
          </a:lstStyle>
          <a:p>
            <a:pPr>
              <a:defRPr/>
            </a:pPr>
            <a:r>
              <a:rPr lang="en-US"/>
              <a:t>Click to edit Master title style</a:t>
            </a:r>
            <a:endParaRPr lang="en-US"/>
          </a:p>
        </p:txBody>
      </p:sp>
      <p:sp>
        <p:nvSpPr>
          <p:cNvPr id="705943350" name="Subtitle 2"/>
          <p:cNvSpPr>
            <a:spLocks noGrp="1"/>
          </p:cNvSpPr>
          <p:nvPr>
            <p:ph type="subTitle" idx="1"/>
          </p:nvPr>
        </p:nvSpPr>
        <p:spPr bwMode="auto">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a:defRPr/>
            </a:pPr>
            <a:r>
              <a:rPr lang="en-US"/>
              <a:t>Click to edit Master subtitle style</a:t>
            </a:r>
            <a:endParaRPr lang="en-US"/>
          </a:p>
        </p:txBody>
      </p:sp>
      <p:sp>
        <p:nvSpPr>
          <p:cNvPr id="1766277515" name="Date Placeholder 3"/>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882909558" name="Footer Placeholder 4"/>
          <p:cNvSpPr>
            <a:spLocks noGrp="1"/>
          </p:cNvSpPr>
          <p:nvPr>
            <p:ph type="ftr" sz="quarter" idx="11"/>
          </p:nvPr>
        </p:nvSpPr>
        <p:spPr bwMode="auto"/>
        <p:txBody>
          <a:bodyPr/>
          <a:lstStyle/>
          <a:p>
            <a:pPr>
              <a:defRPr/>
            </a:pPr>
            <a:endParaRPr lang="en-IN"/>
          </a:p>
        </p:txBody>
      </p:sp>
      <p:sp>
        <p:nvSpPr>
          <p:cNvPr id="1205637803" name="Slide Number Placeholder 5"/>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911645570" name="Title 1"/>
          <p:cNvSpPr>
            <a:spLocks noGrp="1"/>
          </p:cNvSpPr>
          <p:nvPr>
            <p:ph type="title"/>
          </p:nvPr>
        </p:nvSpPr>
        <p:spPr bwMode="auto"/>
        <p:txBody>
          <a:bodyPr/>
          <a:lstStyle/>
          <a:p>
            <a:pPr>
              <a:defRPr/>
            </a:pPr>
            <a:r>
              <a:rPr lang="en-US"/>
              <a:t>Click to edit Master title style</a:t>
            </a:r>
            <a:endParaRPr lang="en-US"/>
          </a:p>
        </p:txBody>
      </p:sp>
      <p:sp>
        <p:nvSpPr>
          <p:cNvPr id="345895807" name="Content Placeholder 2"/>
          <p:cNvSpPr>
            <a:spLocks noGrp="1"/>
          </p:cNvSpPr>
          <p:nvPr>
            <p:ph idx="1"/>
          </p:nvPr>
        </p:nvSpPr>
        <p:spPr bwMode="auto"/>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74812563" name="Date Placeholder 3"/>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1339974894" name="Footer Placeholder 4"/>
          <p:cNvSpPr>
            <a:spLocks noGrp="1"/>
          </p:cNvSpPr>
          <p:nvPr>
            <p:ph type="ftr" sz="quarter" idx="11"/>
          </p:nvPr>
        </p:nvSpPr>
        <p:spPr bwMode="auto"/>
        <p:txBody>
          <a:bodyPr/>
          <a:lstStyle/>
          <a:p>
            <a:pPr>
              <a:defRPr/>
            </a:pPr>
            <a:endParaRPr lang="en-IN"/>
          </a:p>
        </p:txBody>
      </p:sp>
      <p:sp>
        <p:nvSpPr>
          <p:cNvPr id="434980176" name="Slide Number Placeholder 5"/>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007432051" name="Title 1"/>
          <p:cNvSpPr>
            <a:spLocks noGrp="1"/>
          </p:cNvSpPr>
          <p:nvPr>
            <p:ph type="title"/>
          </p:nvPr>
        </p:nvSpPr>
        <p:spPr bwMode="auto">
          <a:xfrm>
            <a:off x="623888" y="1282304"/>
            <a:ext cx="7886700" cy="2139553"/>
          </a:xfrm>
        </p:spPr>
        <p:txBody>
          <a:bodyPr anchor="b"/>
          <a:lstStyle>
            <a:lvl1pPr>
              <a:defRPr sz="4500"/>
            </a:lvl1pPr>
          </a:lstStyle>
          <a:p>
            <a:pPr>
              <a:defRPr/>
            </a:pPr>
            <a:r>
              <a:rPr lang="en-US"/>
              <a:t>Click to edit Master title style</a:t>
            </a:r>
            <a:endParaRPr lang="en-US"/>
          </a:p>
        </p:txBody>
      </p:sp>
      <p:sp>
        <p:nvSpPr>
          <p:cNvPr id="676586981" name="Text Placeholder 2"/>
          <p:cNvSpPr>
            <a:spLocks noGrp="1"/>
          </p:cNvSpPr>
          <p:nvPr>
            <p:ph type="body" idx="1"/>
          </p:nvPr>
        </p:nvSpPr>
        <p:spPr bwMode="auto">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defRPr/>
            </a:pPr>
            <a:r>
              <a:rPr lang="en-US"/>
              <a:t>Edit Master text styles</a:t>
            </a:r>
            <a:endParaRPr/>
          </a:p>
        </p:txBody>
      </p:sp>
      <p:sp>
        <p:nvSpPr>
          <p:cNvPr id="734511114" name="Date Placeholder 3"/>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739103494" name="Footer Placeholder 4"/>
          <p:cNvSpPr>
            <a:spLocks noGrp="1"/>
          </p:cNvSpPr>
          <p:nvPr>
            <p:ph type="ftr" sz="quarter" idx="11"/>
          </p:nvPr>
        </p:nvSpPr>
        <p:spPr bwMode="auto"/>
        <p:txBody>
          <a:bodyPr/>
          <a:lstStyle/>
          <a:p>
            <a:pPr>
              <a:defRPr/>
            </a:pPr>
            <a:endParaRPr lang="en-IN"/>
          </a:p>
        </p:txBody>
      </p:sp>
      <p:sp>
        <p:nvSpPr>
          <p:cNvPr id="870387421" name="Slide Number Placeholder 5"/>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939830235" name="Title 1"/>
          <p:cNvSpPr>
            <a:spLocks noGrp="1"/>
          </p:cNvSpPr>
          <p:nvPr>
            <p:ph type="title"/>
          </p:nvPr>
        </p:nvSpPr>
        <p:spPr bwMode="auto"/>
        <p:txBody>
          <a:bodyPr/>
          <a:lstStyle/>
          <a:p>
            <a:pPr>
              <a:defRPr/>
            </a:pPr>
            <a:r>
              <a:rPr lang="en-US"/>
              <a:t>Click to edit Master title style</a:t>
            </a:r>
            <a:endParaRPr lang="en-US"/>
          </a:p>
        </p:txBody>
      </p:sp>
      <p:sp>
        <p:nvSpPr>
          <p:cNvPr id="675819829" name="Content Placeholder 2"/>
          <p:cNvSpPr>
            <a:spLocks noGrp="1"/>
          </p:cNvSpPr>
          <p:nvPr>
            <p:ph sz="half" idx="1"/>
          </p:nvPr>
        </p:nvSpPr>
        <p:spPr bwMode="auto">
          <a:xfrm>
            <a:off x="628650" y="1369218"/>
            <a:ext cx="3886200" cy="3263504"/>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8963259" name="Content Placeholder 3"/>
          <p:cNvSpPr>
            <a:spLocks noGrp="1"/>
          </p:cNvSpPr>
          <p:nvPr>
            <p:ph sz="half" idx="2"/>
          </p:nvPr>
        </p:nvSpPr>
        <p:spPr bwMode="auto">
          <a:xfrm>
            <a:off x="4629150" y="1369218"/>
            <a:ext cx="3886200" cy="3263504"/>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132494734" name="Date Placeholder 4"/>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1731482983" name="Footer Placeholder 5"/>
          <p:cNvSpPr>
            <a:spLocks noGrp="1"/>
          </p:cNvSpPr>
          <p:nvPr>
            <p:ph type="ftr" sz="quarter" idx="11"/>
          </p:nvPr>
        </p:nvSpPr>
        <p:spPr bwMode="auto"/>
        <p:txBody>
          <a:bodyPr/>
          <a:lstStyle/>
          <a:p>
            <a:pPr>
              <a:defRPr/>
            </a:pPr>
            <a:endParaRPr lang="en-IN"/>
          </a:p>
        </p:txBody>
      </p:sp>
      <p:sp>
        <p:nvSpPr>
          <p:cNvPr id="780646898" name="Slide Number Placeholder 6"/>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996779260" name="Title 1"/>
          <p:cNvSpPr>
            <a:spLocks noGrp="1"/>
          </p:cNvSpPr>
          <p:nvPr>
            <p:ph type="title"/>
          </p:nvPr>
        </p:nvSpPr>
        <p:spPr bwMode="auto">
          <a:xfrm>
            <a:off x="629841" y="273844"/>
            <a:ext cx="7886700" cy="994172"/>
          </a:xfrm>
        </p:spPr>
        <p:txBody>
          <a:bodyPr/>
          <a:lstStyle/>
          <a:p>
            <a:pPr>
              <a:defRPr/>
            </a:pPr>
            <a:r>
              <a:rPr lang="en-US"/>
              <a:t>Click to edit Master title style</a:t>
            </a:r>
            <a:endParaRPr lang="en-US"/>
          </a:p>
        </p:txBody>
      </p:sp>
      <p:sp>
        <p:nvSpPr>
          <p:cNvPr id="2068821916" name="Text Placeholder 2"/>
          <p:cNvSpPr>
            <a:spLocks noGrp="1"/>
          </p:cNvSpPr>
          <p:nvPr>
            <p:ph type="body" idx="1"/>
          </p:nvPr>
        </p:nvSpPr>
        <p:spPr bwMode="auto">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Edit Master text styles</a:t>
            </a:r>
            <a:endParaRPr/>
          </a:p>
        </p:txBody>
      </p:sp>
      <p:sp>
        <p:nvSpPr>
          <p:cNvPr id="1295092305" name="Content Placeholder 3"/>
          <p:cNvSpPr>
            <a:spLocks noGrp="1"/>
          </p:cNvSpPr>
          <p:nvPr>
            <p:ph sz="half" idx="2"/>
          </p:nvPr>
        </p:nvSpPr>
        <p:spPr bwMode="auto">
          <a:xfrm>
            <a:off x="629842" y="1878806"/>
            <a:ext cx="3868340" cy="2763441"/>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08871905" name="Text Placeholder 4"/>
          <p:cNvSpPr>
            <a:spLocks noGrp="1"/>
          </p:cNvSpPr>
          <p:nvPr>
            <p:ph type="body" sz="quarter" idx="3"/>
          </p:nvPr>
        </p:nvSpPr>
        <p:spPr bwMode="auto">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defRPr/>
            </a:pPr>
            <a:r>
              <a:rPr lang="en-US"/>
              <a:t>Edit Master text styles</a:t>
            </a:r>
            <a:endParaRPr/>
          </a:p>
        </p:txBody>
      </p:sp>
      <p:sp>
        <p:nvSpPr>
          <p:cNvPr id="1318102278" name="Content Placeholder 5"/>
          <p:cNvSpPr>
            <a:spLocks noGrp="1"/>
          </p:cNvSpPr>
          <p:nvPr>
            <p:ph sz="quarter" idx="4"/>
          </p:nvPr>
        </p:nvSpPr>
        <p:spPr bwMode="auto">
          <a:xfrm>
            <a:off x="4629150" y="1878806"/>
            <a:ext cx="3887391" cy="2763441"/>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33112589" name="Date Placeholder 6"/>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1336945191" name="Footer Placeholder 7"/>
          <p:cNvSpPr>
            <a:spLocks noGrp="1"/>
          </p:cNvSpPr>
          <p:nvPr>
            <p:ph type="ftr" sz="quarter" idx="11"/>
          </p:nvPr>
        </p:nvSpPr>
        <p:spPr bwMode="auto"/>
        <p:txBody>
          <a:bodyPr/>
          <a:lstStyle/>
          <a:p>
            <a:pPr>
              <a:defRPr/>
            </a:pPr>
            <a:endParaRPr lang="en-IN"/>
          </a:p>
        </p:txBody>
      </p:sp>
      <p:sp>
        <p:nvSpPr>
          <p:cNvPr id="122017544" name="Slide Number Placeholder 8"/>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95709308" name="Title 1"/>
          <p:cNvSpPr>
            <a:spLocks noGrp="1"/>
          </p:cNvSpPr>
          <p:nvPr>
            <p:ph type="title"/>
          </p:nvPr>
        </p:nvSpPr>
        <p:spPr bwMode="auto"/>
        <p:txBody>
          <a:bodyPr/>
          <a:lstStyle/>
          <a:p>
            <a:pPr>
              <a:defRPr/>
            </a:pPr>
            <a:r>
              <a:rPr lang="en-US"/>
              <a:t>Click to edit Master title style</a:t>
            </a:r>
            <a:endParaRPr lang="en-US"/>
          </a:p>
        </p:txBody>
      </p:sp>
      <p:sp>
        <p:nvSpPr>
          <p:cNvPr id="373044149" name="Date Placeholder 2"/>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299819981" name="Footer Placeholder 3"/>
          <p:cNvSpPr>
            <a:spLocks noGrp="1"/>
          </p:cNvSpPr>
          <p:nvPr>
            <p:ph type="ftr" sz="quarter" idx="11"/>
          </p:nvPr>
        </p:nvSpPr>
        <p:spPr bwMode="auto"/>
        <p:txBody>
          <a:bodyPr/>
          <a:lstStyle/>
          <a:p>
            <a:pPr>
              <a:defRPr/>
            </a:pPr>
            <a:endParaRPr lang="en-IN"/>
          </a:p>
        </p:txBody>
      </p:sp>
      <p:sp>
        <p:nvSpPr>
          <p:cNvPr id="1808591449" name="Slide Number Placeholder 4"/>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791590132" name="Date Placeholder 1"/>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1668827392" name="Footer Placeholder 2"/>
          <p:cNvSpPr>
            <a:spLocks noGrp="1"/>
          </p:cNvSpPr>
          <p:nvPr>
            <p:ph type="ftr" sz="quarter" idx="11"/>
          </p:nvPr>
        </p:nvSpPr>
        <p:spPr bwMode="auto"/>
        <p:txBody>
          <a:bodyPr/>
          <a:lstStyle/>
          <a:p>
            <a:pPr>
              <a:defRPr/>
            </a:pPr>
            <a:endParaRPr lang="en-IN"/>
          </a:p>
        </p:txBody>
      </p:sp>
      <p:sp>
        <p:nvSpPr>
          <p:cNvPr id="1740716459" name="Slide Number Placeholder 3"/>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94710322" name="Title 1"/>
          <p:cNvSpPr>
            <a:spLocks noGrp="1"/>
          </p:cNvSpPr>
          <p:nvPr>
            <p:ph type="title"/>
          </p:nvPr>
        </p:nvSpPr>
        <p:spPr bwMode="auto">
          <a:xfrm>
            <a:off x="629841" y="342900"/>
            <a:ext cx="2949178" cy="1200150"/>
          </a:xfrm>
        </p:spPr>
        <p:txBody>
          <a:bodyPr anchor="b"/>
          <a:lstStyle>
            <a:lvl1pPr>
              <a:defRPr sz="2400"/>
            </a:lvl1pPr>
          </a:lstStyle>
          <a:p>
            <a:pPr>
              <a:defRPr/>
            </a:pPr>
            <a:r>
              <a:rPr lang="en-US"/>
              <a:t>Click to edit Master title style</a:t>
            </a:r>
            <a:endParaRPr lang="en-US"/>
          </a:p>
        </p:txBody>
      </p:sp>
      <p:sp>
        <p:nvSpPr>
          <p:cNvPr id="952150294" name="Content Placeholder 2"/>
          <p:cNvSpPr>
            <a:spLocks noGrp="1"/>
          </p:cNvSpPr>
          <p:nvPr>
            <p:ph idx="1"/>
          </p:nvPr>
        </p:nvSpPr>
        <p:spPr bwMode="auto">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388155" name="Text Placeholder 3"/>
          <p:cNvSpPr>
            <a:spLocks noGrp="1"/>
          </p:cNvSpPr>
          <p:nvPr>
            <p:ph type="body" sz="half" idx="2"/>
          </p:nvPr>
        </p:nvSpPr>
        <p:spPr bwMode="auto">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a:t>Edit Master text styles</a:t>
            </a:r>
            <a:endParaRPr/>
          </a:p>
        </p:txBody>
      </p:sp>
      <p:sp>
        <p:nvSpPr>
          <p:cNvPr id="727940790" name="Date Placeholder 4"/>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863897152" name="Footer Placeholder 5"/>
          <p:cNvSpPr>
            <a:spLocks noGrp="1"/>
          </p:cNvSpPr>
          <p:nvPr>
            <p:ph type="ftr" sz="quarter" idx="11"/>
          </p:nvPr>
        </p:nvSpPr>
        <p:spPr bwMode="auto"/>
        <p:txBody>
          <a:bodyPr/>
          <a:lstStyle/>
          <a:p>
            <a:pPr>
              <a:defRPr/>
            </a:pPr>
            <a:endParaRPr lang="en-IN"/>
          </a:p>
        </p:txBody>
      </p:sp>
      <p:sp>
        <p:nvSpPr>
          <p:cNvPr id="1682324559" name="Slide Number Placeholder 6"/>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977761874" name="Title 1"/>
          <p:cNvSpPr>
            <a:spLocks noGrp="1"/>
          </p:cNvSpPr>
          <p:nvPr>
            <p:ph type="title"/>
          </p:nvPr>
        </p:nvSpPr>
        <p:spPr bwMode="auto">
          <a:xfrm>
            <a:off x="629841" y="342900"/>
            <a:ext cx="2949178" cy="1200150"/>
          </a:xfrm>
        </p:spPr>
        <p:txBody>
          <a:bodyPr anchor="b"/>
          <a:lstStyle>
            <a:lvl1pPr>
              <a:defRPr sz="2400"/>
            </a:lvl1pPr>
          </a:lstStyle>
          <a:p>
            <a:pPr>
              <a:defRPr/>
            </a:pPr>
            <a:r>
              <a:rPr lang="en-US"/>
              <a:t>Click to edit Master title style</a:t>
            </a:r>
            <a:endParaRPr lang="en-US"/>
          </a:p>
        </p:txBody>
      </p:sp>
      <p:sp>
        <p:nvSpPr>
          <p:cNvPr id="547654330" name="Picture Placeholder 2"/>
          <p:cNvSpPr>
            <a:spLocks noChangeAspect="1" noGrp="1"/>
          </p:cNvSpPr>
          <p:nvPr>
            <p:ph type="pic" idx="1"/>
          </p:nvPr>
        </p:nvSpPr>
        <p:spPr bwMode="auto">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a:defRPr/>
            </a:pPr>
            <a:r>
              <a:rPr lang="en-US"/>
              <a:t>Click icon to add picture</a:t>
            </a:r>
            <a:endParaRPr lang="en-US"/>
          </a:p>
        </p:txBody>
      </p:sp>
      <p:sp>
        <p:nvSpPr>
          <p:cNvPr id="1290577190" name="Text Placeholder 3"/>
          <p:cNvSpPr>
            <a:spLocks noGrp="1"/>
          </p:cNvSpPr>
          <p:nvPr>
            <p:ph type="body" sz="half" idx="2"/>
          </p:nvPr>
        </p:nvSpPr>
        <p:spPr bwMode="auto">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defRPr/>
            </a:pPr>
            <a:r>
              <a:rPr lang="en-US"/>
              <a:t>Edit Master text styles</a:t>
            </a:r>
            <a:endParaRPr/>
          </a:p>
        </p:txBody>
      </p:sp>
      <p:sp>
        <p:nvSpPr>
          <p:cNvPr id="927247374" name="Date Placeholder 4"/>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447406982" name="Footer Placeholder 5"/>
          <p:cNvSpPr>
            <a:spLocks noGrp="1"/>
          </p:cNvSpPr>
          <p:nvPr>
            <p:ph type="ftr" sz="quarter" idx="11"/>
          </p:nvPr>
        </p:nvSpPr>
        <p:spPr bwMode="auto"/>
        <p:txBody>
          <a:bodyPr/>
          <a:lstStyle/>
          <a:p>
            <a:pPr>
              <a:defRPr/>
            </a:pPr>
            <a:endParaRPr lang="en-IN"/>
          </a:p>
        </p:txBody>
      </p:sp>
      <p:sp>
        <p:nvSpPr>
          <p:cNvPr id="1684132591" name="Slide Number Placeholder 6"/>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58799739" name="Title 1"/>
          <p:cNvSpPr>
            <a:spLocks noGrp="1"/>
          </p:cNvSpPr>
          <p:nvPr>
            <p:ph type="title"/>
          </p:nvPr>
        </p:nvSpPr>
        <p:spPr bwMode="auto"/>
        <p:txBody>
          <a:bodyPr/>
          <a:lstStyle/>
          <a:p>
            <a:pPr>
              <a:defRPr/>
            </a:pPr>
            <a:r>
              <a:rPr lang="en-US"/>
              <a:t>Click to edit Master title style</a:t>
            </a:r>
            <a:endParaRPr lang="en-US"/>
          </a:p>
        </p:txBody>
      </p:sp>
      <p:sp>
        <p:nvSpPr>
          <p:cNvPr id="424706241" name="Vertical Text Placeholder 2"/>
          <p:cNvSpPr>
            <a:spLocks noGrp="1"/>
          </p:cNvSpPr>
          <p:nvPr>
            <p:ph type="body" orient="vert" idx="1"/>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67091819" name="Date Placeholder 3"/>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1314855869" name="Footer Placeholder 4"/>
          <p:cNvSpPr>
            <a:spLocks noGrp="1"/>
          </p:cNvSpPr>
          <p:nvPr>
            <p:ph type="ftr" sz="quarter" idx="11"/>
          </p:nvPr>
        </p:nvSpPr>
        <p:spPr bwMode="auto"/>
        <p:txBody>
          <a:bodyPr/>
          <a:lstStyle/>
          <a:p>
            <a:pPr>
              <a:defRPr/>
            </a:pPr>
            <a:endParaRPr lang="en-IN"/>
          </a:p>
        </p:txBody>
      </p:sp>
      <p:sp>
        <p:nvSpPr>
          <p:cNvPr id="1692563079" name="Slide Number Placeholder 5"/>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947255837" name="Vertical Title 1"/>
          <p:cNvSpPr>
            <a:spLocks noGrp="1"/>
          </p:cNvSpPr>
          <p:nvPr>
            <p:ph type="title" orient="vert"/>
          </p:nvPr>
        </p:nvSpPr>
        <p:spPr bwMode="auto">
          <a:xfrm>
            <a:off x="6543675" y="273844"/>
            <a:ext cx="1971675" cy="4358879"/>
          </a:xfrm>
        </p:spPr>
        <p:txBody>
          <a:bodyPr vert="eaVert"/>
          <a:lstStyle/>
          <a:p>
            <a:pPr>
              <a:defRPr/>
            </a:pPr>
            <a:r>
              <a:rPr lang="en-US"/>
              <a:t>Click to edit Master title style</a:t>
            </a:r>
            <a:endParaRPr lang="en-US"/>
          </a:p>
        </p:txBody>
      </p:sp>
      <p:sp>
        <p:nvSpPr>
          <p:cNvPr id="488387093" name="Vertical Text Placeholder 2"/>
          <p:cNvSpPr>
            <a:spLocks noGrp="1"/>
          </p:cNvSpPr>
          <p:nvPr>
            <p:ph type="body" orient="vert" idx="1"/>
          </p:nvPr>
        </p:nvSpPr>
        <p:spPr bwMode="auto">
          <a:xfrm>
            <a:off x="628650" y="273844"/>
            <a:ext cx="5800725" cy="4358879"/>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50191923" name="Date Placeholder 3"/>
          <p:cNvSpPr>
            <a:spLocks noGrp="1"/>
          </p:cNvSpPr>
          <p:nvPr>
            <p:ph type="dt" sz="half" idx="10"/>
          </p:nvPr>
        </p:nvSpPr>
        <p:spPr bwMode="auto"/>
        <p:txBody>
          <a:bodyPr/>
          <a:lstStyle/>
          <a:p>
            <a:pPr>
              <a:defRPr/>
            </a:pPr>
            <a:fld id="{5765DA58-B75C-48DA-B757-9037AB90EEEA}" type="datetimeFigureOut">
              <a:rPr lang="en-IN"/>
              <a:t>08-01-2025</a:t>
            </a:fld>
            <a:endParaRPr lang="en-IN"/>
          </a:p>
        </p:txBody>
      </p:sp>
      <p:sp>
        <p:nvSpPr>
          <p:cNvPr id="222819193" name="Footer Placeholder 4"/>
          <p:cNvSpPr>
            <a:spLocks noGrp="1"/>
          </p:cNvSpPr>
          <p:nvPr>
            <p:ph type="ftr" sz="quarter" idx="11"/>
          </p:nvPr>
        </p:nvSpPr>
        <p:spPr bwMode="auto"/>
        <p:txBody>
          <a:bodyPr/>
          <a:lstStyle/>
          <a:p>
            <a:pPr>
              <a:defRPr/>
            </a:pPr>
            <a:endParaRPr lang="en-IN"/>
          </a:p>
        </p:txBody>
      </p:sp>
      <p:sp>
        <p:nvSpPr>
          <p:cNvPr id="356352445" name="Slide Number Placeholder 5"/>
          <p:cNvSpPr>
            <a:spLocks noGrp="1"/>
          </p:cNvSpPr>
          <p:nvPr>
            <p:ph type="sldNum" sz="quarter" idx="12"/>
          </p:nvPr>
        </p:nvSpPr>
        <p:spPr bwMode="auto"/>
        <p:txBody>
          <a:bodyPr/>
          <a:lstStyle/>
          <a:p>
            <a:pPr>
              <a:defRPr/>
            </a:pPr>
            <a:fld id="{69E8CD1E-B39C-49B3-A5C4-D534E51924D1}" type="slidenum">
              <a:rPr lang="en-IN"/>
              <a:t>‹#›</a:t>
            </a:fld>
            <a:endParaRPr lang="en-IN"/>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326887388" name="Title Placeholder 1"/>
          <p:cNvSpPr>
            <a:spLocks noGrp="1"/>
          </p:cNvSpPr>
          <p:nvPr>
            <p:ph type="title"/>
          </p:nvPr>
        </p:nvSpPr>
        <p:spPr bwMode="auto">
          <a:xfrm>
            <a:off x="628650" y="273844"/>
            <a:ext cx="7886700" cy="994172"/>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709800569" name="Text Placeholder 2"/>
          <p:cNvSpPr>
            <a:spLocks noGrp="1"/>
          </p:cNvSpPr>
          <p:nvPr>
            <p:ph type="body" idx="1"/>
          </p:nvPr>
        </p:nvSpPr>
        <p:spPr bwMode="auto">
          <a:xfrm>
            <a:off x="628650" y="1369218"/>
            <a:ext cx="7886700" cy="3263504"/>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55156345" name="Date Placeholder 3"/>
          <p:cNvSpPr>
            <a:spLocks noGrp="1"/>
          </p:cNvSpPr>
          <p:nvPr>
            <p:ph type="dt" sz="half" idx="2"/>
          </p:nvPr>
        </p:nvSpPr>
        <p:spPr bwMode="auto">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5765DA58-B75C-48DA-B757-9037AB90EEEA}" type="datetimeFigureOut">
              <a:rPr lang="en-IN"/>
              <a:t>08-01-2025</a:t>
            </a:fld>
            <a:endParaRPr lang="en-IN"/>
          </a:p>
        </p:txBody>
      </p:sp>
      <p:sp>
        <p:nvSpPr>
          <p:cNvPr id="785923230" name="Footer Placeholder 4"/>
          <p:cNvSpPr>
            <a:spLocks noGrp="1"/>
          </p:cNvSpPr>
          <p:nvPr>
            <p:ph type="ftr" sz="quarter" idx="3"/>
          </p:nvPr>
        </p:nvSpPr>
        <p:spPr bwMode="auto">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IN"/>
          </a:p>
        </p:txBody>
      </p:sp>
      <p:sp>
        <p:nvSpPr>
          <p:cNvPr id="175758976" name="Slide Number Placeholder 5"/>
          <p:cNvSpPr>
            <a:spLocks noGrp="1"/>
          </p:cNvSpPr>
          <p:nvPr>
            <p:ph type="sldNum" sz="quarter" idx="4"/>
          </p:nvPr>
        </p:nvSpPr>
        <p:spPr bwMode="auto">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69E8CD1E-B39C-49B3-A5C4-D534E51924D1}" type="slidenum">
              <a:rPr lang="en-IN"/>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a:lnSpc>
          <a:spcPct val="90000"/>
        </a:lnSpc>
        <a:spcBef>
          <a:spcPts val="0"/>
        </a:spcBef>
        <a:buNone/>
        <a:defRPr sz="3300">
          <a:solidFill>
            <a:schemeClr val="tx1"/>
          </a:solidFill>
          <a:latin typeface="+mj-lt"/>
          <a:ea typeface="+mj-ea"/>
          <a:cs typeface="+mj-cs"/>
        </a:defRPr>
      </a:lvl1pPr>
    </p:titleStyle>
    <p:bodyStyle>
      <a:lvl1pPr marL="171450" indent="-171450" algn="l" defTabSz="685800" rtl="0">
        <a:lnSpc>
          <a:spcPct val="90000"/>
        </a:lnSpc>
        <a:spcBef>
          <a:spcPts val="750"/>
        </a:spcBef>
        <a:buFont typeface="Arial"/>
        <a:buChar char="•"/>
        <a:defRPr sz="2100">
          <a:solidFill>
            <a:schemeClr val="tx1"/>
          </a:solidFill>
          <a:latin typeface="+mn-lt"/>
          <a:ea typeface="+mn-ea"/>
          <a:cs typeface="+mn-cs"/>
        </a:defRPr>
      </a:lvl1pPr>
      <a:lvl2pPr marL="514350" indent="-171450" algn="l" defTabSz="685800" rtl="0">
        <a:lnSpc>
          <a:spcPct val="90000"/>
        </a:lnSpc>
        <a:spcBef>
          <a:spcPts val="375"/>
        </a:spcBef>
        <a:buFont typeface="Arial"/>
        <a:buChar char="•"/>
        <a:defRPr sz="1800">
          <a:solidFill>
            <a:schemeClr val="tx1"/>
          </a:solidFill>
          <a:latin typeface="+mn-lt"/>
          <a:ea typeface="+mn-ea"/>
          <a:cs typeface="+mn-cs"/>
        </a:defRPr>
      </a:lvl2pPr>
      <a:lvl3pPr marL="857250" indent="-171450" algn="l" defTabSz="685800" rtl="0">
        <a:lnSpc>
          <a:spcPct val="90000"/>
        </a:lnSpc>
        <a:spcBef>
          <a:spcPts val="375"/>
        </a:spcBef>
        <a:buFont typeface="Arial"/>
        <a:buChar char="•"/>
        <a:defRPr sz="1500">
          <a:solidFill>
            <a:schemeClr val="tx1"/>
          </a:solidFill>
          <a:latin typeface="+mn-lt"/>
          <a:ea typeface="+mn-ea"/>
          <a:cs typeface="+mn-cs"/>
        </a:defRPr>
      </a:lvl3pPr>
      <a:lvl4pPr marL="1200150" indent="-171450" algn="l" defTabSz="685800" rtl="0">
        <a:lnSpc>
          <a:spcPct val="90000"/>
        </a:lnSpc>
        <a:spcBef>
          <a:spcPts val="375"/>
        </a:spcBef>
        <a:buFont typeface="Arial"/>
        <a:buChar char="•"/>
        <a:defRPr sz="1350">
          <a:solidFill>
            <a:schemeClr val="tx1"/>
          </a:solidFill>
          <a:latin typeface="+mn-lt"/>
          <a:ea typeface="+mn-ea"/>
          <a:cs typeface="+mn-cs"/>
        </a:defRPr>
      </a:lvl4pPr>
      <a:lvl5pPr marL="1543050" indent="-171450" algn="l" defTabSz="685800" rtl="0">
        <a:lnSpc>
          <a:spcPct val="90000"/>
        </a:lnSpc>
        <a:spcBef>
          <a:spcPts val="375"/>
        </a:spcBef>
        <a:buFont typeface="Arial"/>
        <a:buChar char="•"/>
        <a:defRPr sz="1350">
          <a:solidFill>
            <a:schemeClr val="tx1"/>
          </a:solidFill>
          <a:latin typeface="+mn-lt"/>
          <a:ea typeface="+mn-ea"/>
          <a:cs typeface="+mn-cs"/>
        </a:defRPr>
      </a:lvl5pPr>
      <a:lvl6pPr marL="1885950" indent="-171450" algn="l" defTabSz="685800" rtl="0">
        <a:lnSpc>
          <a:spcPct val="90000"/>
        </a:lnSpc>
        <a:spcBef>
          <a:spcPts val="375"/>
        </a:spcBef>
        <a:buFont typeface="Arial"/>
        <a:buChar char="•"/>
        <a:defRPr sz="1350">
          <a:solidFill>
            <a:schemeClr val="tx1"/>
          </a:solidFill>
          <a:latin typeface="+mn-lt"/>
          <a:ea typeface="+mn-ea"/>
          <a:cs typeface="+mn-cs"/>
        </a:defRPr>
      </a:lvl6pPr>
      <a:lvl7pPr marL="2228850" indent="-171450" algn="l" defTabSz="685800" rtl="0">
        <a:lnSpc>
          <a:spcPct val="90000"/>
        </a:lnSpc>
        <a:spcBef>
          <a:spcPts val="375"/>
        </a:spcBef>
        <a:buFont typeface="Arial"/>
        <a:buChar char="•"/>
        <a:defRPr sz="1350">
          <a:solidFill>
            <a:schemeClr val="tx1"/>
          </a:solidFill>
          <a:latin typeface="+mn-lt"/>
          <a:ea typeface="+mn-ea"/>
          <a:cs typeface="+mn-cs"/>
        </a:defRPr>
      </a:lvl7pPr>
      <a:lvl8pPr marL="2571750" indent="-171450" algn="l" defTabSz="685800" rtl="0">
        <a:lnSpc>
          <a:spcPct val="90000"/>
        </a:lnSpc>
        <a:spcBef>
          <a:spcPts val="375"/>
        </a:spcBef>
        <a:buFont typeface="Arial"/>
        <a:buChar char="•"/>
        <a:defRPr sz="1350">
          <a:solidFill>
            <a:schemeClr val="tx1"/>
          </a:solidFill>
          <a:latin typeface="+mn-lt"/>
          <a:ea typeface="+mn-ea"/>
          <a:cs typeface="+mn-cs"/>
        </a:defRPr>
      </a:lvl8pPr>
      <a:lvl9pPr marL="2914650" indent="-171450" algn="l" defTabSz="685800" rtl="0">
        <a:lnSpc>
          <a:spcPct val="90000"/>
        </a:lnSpc>
        <a:spcBef>
          <a:spcPts val="375"/>
        </a:spcBef>
        <a:buFont typeface="Arial"/>
        <a:buChar char="•"/>
        <a:defRPr sz="1350">
          <a:solidFill>
            <a:schemeClr val="tx1"/>
          </a:solidFill>
          <a:latin typeface="+mn-lt"/>
          <a:ea typeface="+mn-ea"/>
          <a:cs typeface="+mn-cs"/>
        </a:defRPr>
      </a:lvl9pPr>
    </p:bodyStyle>
    <p:otherStyle>
      <a:defPPr>
        <a:defRPr lang="en-US"/>
      </a:defPPr>
      <a:lvl1pPr marL="0" algn="l" defTabSz="685800" rtl="0">
        <a:defRPr sz="1350">
          <a:solidFill>
            <a:schemeClr val="tx1"/>
          </a:solidFill>
          <a:latin typeface="+mn-lt"/>
          <a:ea typeface="+mn-ea"/>
          <a:cs typeface="+mn-cs"/>
        </a:defRPr>
      </a:lvl1pPr>
      <a:lvl2pPr marL="342900" algn="l" defTabSz="685800" rtl="0">
        <a:defRPr sz="1350">
          <a:solidFill>
            <a:schemeClr val="tx1"/>
          </a:solidFill>
          <a:latin typeface="+mn-lt"/>
          <a:ea typeface="+mn-ea"/>
          <a:cs typeface="+mn-cs"/>
        </a:defRPr>
      </a:lvl2pPr>
      <a:lvl3pPr marL="685800" algn="l" defTabSz="685800" rtl="0">
        <a:defRPr sz="1350">
          <a:solidFill>
            <a:schemeClr val="tx1"/>
          </a:solidFill>
          <a:latin typeface="+mn-lt"/>
          <a:ea typeface="+mn-ea"/>
          <a:cs typeface="+mn-cs"/>
        </a:defRPr>
      </a:lvl3pPr>
      <a:lvl4pPr marL="1028700" algn="l" defTabSz="685800" rtl="0">
        <a:defRPr sz="1350">
          <a:solidFill>
            <a:schemeClr val="tx1"/>
          </a:solidFill>
          <a:latin typeface="+mn-lt"/>
          <a:ea typeface="+mn-ea"/>
          <a:cs typeface="+mn-cs"/>
        </a:defRPr>
      </a:lvl4pPr>
      <a:lvl5pPr marL="1371600" algn="l" defTabSz="685800" rtl="0">
        <a:defRPr sz="1350">
          <a:solidFill>
            <a:schemeClr val="tx1"/>
          </a:solidFill>
          <a:latin typeface="+mn-lt"/>
          <a:ea typeface="+mn-ea"/>
          <a:cs typeface="+mn-cs"/>
        </a:defRPr>
      </a:lvl5pPr>
      <a:lvl6pPr marL="1714500" algn="l" defTabSz="685800" rtl="0">
        <a:defRPr sz="1350">
          <a:solidFill>
            <a:schemeClr val="tx1"/>
          </a:solidFill>
          <a:latin typeface="+mn-lt"/>
          <a:ea typeface="+mn-ea"/>
          <a:cs typeface="+mn-cs"/>
        </a:defRPr>
      </a:lvl6pPr>
      <a:lvl7pPr marL="2057400" algn="l" defTabSz="685800" rtl="0">
        <a:defRPr sz="1350">
          <a:solidFill>
            <a:schemeClr val="tx1"/>
          </a:solidFill>
          <a:latin typeface="+mn-lt"/>
          <a:ea typeface="+mn-ea"/>
          <a:cs typeface="+mn-cs"/>
        </a:defRPr>
      </a:lvl7pPr>
      <a:lvl8pPr marL="2400300" algn="l" defTabSz="685800" rtl="0">
        <a:defRPr sz="1350">
          <a:solidFill>
            <a:schemeClr val="tx1"/>
          </a:solidFill>
          <a:latin typeface="+mn-lt"/>
          <a:ea typeface="+mn-ea"/>
          <a:cs typeface="+mn-cs"/>
        </a:defRPr>
      </a:lvl8pPr>
      <a:lvl9pPr marL="2743200" algn="l" defTabSz="685800" rtl="0">
        <a:defRPr sz="135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jpg"/><Relationship Id="rId5" Type="http://schemas.openxmlformats.org/officeDocument/2006/relationships/image" Target="../media/image5.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pattFill prst="smCheck">
          <a:fgClr>
            <a:schemeClr val="tx1">
              <a:lumMod val="85000"/>
              <a:lumOff val="15000"/>
            </a:schemeClr>
          </a:fgClr>
          <a:bgClr>
            <a:schemeClr val="tx1">
              <a:lumMod val="95000"/>
              <a:lumOff val="5000"/>
            </a:schemeClr>
          </a:bgClr>
        </a:pattFill>
      </p:bgPr>
    </p:bg>
    <p:spTree>
      <p:nvGrpSpPr>
        <p:cNvPr id="1" name=""/>
        <p:cNvGrpSpPr/>
        <p:nvPr/>
      </p:nvGrpSpPr>
      <p:grpSpPr bwMode="auto">
        <a:xfrm>
          <a:off x="0" y="0"/>
          <a:ext cx="0" cy="0"/>
          <a:chOff x="0" y="0"/>
          <a:chExt cx="0" cy="0"/>
        </a:xfrm>
      </p:grpSpPr>
      <p:pic>
        <p:nvPicPr>
          <p:cNvPr id="209203274" name="Picture 8"/>
          <p:cNvPicPr>
            <a:picLocks noChangeAspect="1"/>
          </p:cNvPicPr>
          <p:nvPr/>
        </p:nvPicPr>
        <p:blipFill rotWithShape="1">
          <a:blip r:embed="rId3"/>
          <a:stretch/>
        </p:blipFill>
        <p:spPr bwMode="auto">
          <a:xfrm>
            <a:off x="1582614" y="-22948"/>
            <a:ext cx="5711483" cy="1739616"/>
          </a:xfrm>
          <a:prstGeom prst="rect">
            <a:avLst/>
          </a:prstGeom>
        </p:spPr>
      </p:pic>
      <p:sp>
        <p:nvSpPr>
          <p:cNvPr id="1652370112" name="TextBox 9"/>
          <p:cNvSpPr txBox="1"/>
          <p:nvPr/>
        </p:nvSpPr>
        <p:spPr bwMode="auto">
          <a:xfrm>
            <a:off x="391464" y="1473047"/>
            <a:ext cx="7835704" cy="707886"/>
          </a:xfrm>
          <a:prstGeom prst="rect">
            <a:avLst/>
          </a:prstGeom>
          <a:noFill/>
        </p:spPr>
        <p:txBody>
          <a:bodyPr wrap="square" rtlCol="0">
            <a:spAutoFit/>
          </a:bodyPr>
          <a:lstStyle/>
          <a:p>
            <a:pPr algn="ctr">
              <a:defRPr/>
            </a:pPr>
            <a:r>
              <a:rPr lang="en-IN" sz="4000" b="1">
                <a:solidFill>
                  <a:schemeClr val="bg1"/>
                </a:solidFill>
              </a:rPr>
              <a:t>Movie Data Analysis -  Full Project</a:t>
            </a:r>
            <a:endParaRPr/>
          </a:p>
        </p:txBody>
      </p:sp>
      <p:sp>
        <p:nvSpPr>
          <p:cNvPr id="439310979" name="TextBox 13"/>
          <p:cNvSpPr txBox="1"/>
          <p:nvPr/>
        </p:nvSpPr>
        <p:spPr bwMode="auto">
          <a:xfrm>
            <a:off x="1798111" y="2251983"/>
            <a:ext cx="5022410" cy="523220"/>
          </a:xfrm>
          <a:prstGeom prst="rect">
            <a:avLst/>
          </a:prstGeom>
          <a:solidFill>
            <a:schemeClr val="tx2">
              <a:lumMod val="75000"/>
            </a:schemeClr>
          </a:solidFill>
        </p:spPr>
        <p:txBody>
          <a:bodyPr wrap="square" rtlCol="0">
            <a:spAutoFit/>
          </a:bodyPr>
          <a:lstStyle/>
          <a:p>
            <a:pPr algn="ctr">
              <a:defRPr/>
            </a:pPr>
            <a:r>
              <a:rPr lang="en-IN" sz="2800">
                <a:solidFill>
                  <a:schemeClr val="bg1"/>
                </a:solidFill>
                <a:latin typeface="Calibri"/>
                <a:ea typeface="Calibri"/>
                <a:cs typeface="Calibri"/>
              </a:rPr>
              <a:t>Data Science &amp; Data Analyst</a:t>
            </a:r>
            <a:endParaRPr/>
          </a:p>
        </p:txBody>
      </p:sp>
      <p:pic>
        <p:nvPicPr>
          <p:cNvPr id="182282074" name="Picture 15"/>
          <p:cNvPicPr>
            <a:picLocks noChangeAspect="1"/>
          </p:cNvPicPr>
          <p:nvPr/>
        </p:nvPicPr>
        <p:blipFill rotWithShape="1">
          <a:blip r:embed="rId4"/>
          <a:stretch/>
        </p:blipFill>
        <p:spPr bwMode="auto">
          <a:xfrm>
            <a:off x="2368102" y="2329404"/>
            <a:ext cx="3739525" cy="21034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pattFill prst="smCheck">
          <a:fgClr>
            <a:schemeClr val="tx1">
              <a:lumMod val="85000"/>
              <a:lumOff val="15000"/>
            </a:schemeClr>
          </a:fgClr>
          <a:bgClr>
            <a:schemeClr val="tx1">
              <a:lumMod val="95000"/>
              <a:lumOff val="5000"/>
            </a:schemeClr>
          </a:bgClr>
        </a:pattFill>
      </p:bgPr>
    </p:bg>
    <p:spTree>
      <p:nvGrpSpPr>
        <p:cNvPr id="1" name=""/>
        <p:cNvGrpSpPr/>
        <p:nvPr/>
      </p:nvGrpSpPr>
      <p:grpSpPr bwMode="auto">
        <a:xfrm>
          <a:off x="0" y="0"/>
          <a:ext cx="0" cy="0"/>
          <a:chOff x="0" y="0"/>
          <a:chExt cx="0" cy="0"/>
        </a:xfrm>
      </p:grpSpPr>
      <p:sp>
        <p:nvSpPr>
          <p:cNvPr id="42798844" name="Rectangle 10"/>
          <p:cNvSpPr/>
          <p:nvPr/>
        </p:nvSpPr>
        <p:spPr bwMode="auto">
          <a:xfrm>
            <a:off x="2387009" y="151759"/>
            <a:ext cx="4682006" cy="415595"/>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noAutofit/>
          </a:bodyPr>
          <a:lstStyle/>
          <a:p>
            <a:pPr algn="ctr">
              <a:defRPr/>
            </a:pPr>
            <a:r>
              <a:rPr lang="en-US" sz="2000" b="1">
                <a:solidFill>
                  <a:schemeClr val="bg1"/>
                </a:solidFill>
                <a:latin typeface="Leelawadee"/>
                <a:cs typeface="Leelawadee"/>
              </a:rPr>
              <a:t>Netflix Movie Data Analysis Project</a:t>
            </a:r>
            <a:endParaRPr/>
          </a:p>
        </p:txBody>
      </p:sp>
      <p:sp>
        <p:nvSpPr>
          <p:cNvPr id="314588206" name="TextBox 8"/>
          <p:cNvSpPr txBox="1"/>
          <p:nvPr/>
        </p:nvSpPr>
        <p:spPr bwMode="auto">
          <a:xfrm>
            <a:off x="2807824" y="728937"/>
            <a:ext cx="3678701" cy="3416320"/>
          </a:xfrm>
          <a:prstGeom prst="rect">
            <a:avLst/>
          </a:prstGeom>
          <a:noFill/>
        </p:spPr>
        <p:txBody>
          <a:bodyPr wrap="square">
            <a:spAutoFit/>
          </a:bodyPr>
          <a:lstStyle/>
          <a:p>
            <a:pPr>
              <a:defRPr/>
            </a:pPr>
            <a:r>
              <a:rPr lang="en-US">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a:solidFill>
                <a:schemeClr val="bg1"/>
              </a:solidFill>
            </a:endParaRPr>
          </a:p>
        </p:txBody>
      </p:sp>
      <p:pic>
        <p:nvPicPr>
          <p:cNvPr id="85777937" name="Picture 13"/>
          <p:cNvPicPr>
            <a:picLocks noChangeAspect="1"/>
          </p:cNvPicPr>
          <p:nvPr/>
        </p:nvPicPr>
        <p:blipFill rotWithShape="1">
          <a:blip r:embed="rId3"/>
          <a:stretch/>
        </p:blipFill>
        <p:spPr bwMode="auto">
          <a:xfrm>
            <a:off x="0" y="643465"/>
            <a:ext cx="2807824" cy="1704123"/>
          </a:xfrm>
          <a:prstGeom prst="rect">
            <a:avLst/>
          </a:prstGeom>
        </p:spPr>
      </p:pic>
      <p:pic>
        <p:nvPicPr>
          <p:cNvPr id="624239203" name="Picture 18"/>
          <p:cNvPicPr>
            <a:picLocks noChangeAspect="1"/>
          </p:cNvPicPr>
          <p:nvPr/>
        </p:nvPicPr>
        <p:blipFill rotWithShape="1">
          <a:blip r:embed="rId4"/>
          <a:stretch/>
        </p:blipFill>
        <p:spPr bwMode="auto">
          <a:xfrm>
            <a:off x="6486525" y="643465"/>
            <a:ext cx="2678578" cy="2571750"/>
          </a:xfrm>
          <a:prstGeom prst="rect">
            <a:avLst/>
          </a:prstGeom>
        </p:spPr>
      </p:pic>
      <p:pic>
        <p:nvPicPr>
          <p:cNvPr id="723239102" name="Picture 20"/>
          <p:cNvPicPr>
            <a:picLocks noChangeAspect="1"/>
          </p:cNvPicPr>
          <p:nvPr/>
        </p:nvPicPr>
        <p:blipFill rotWithShape="1">
          <a:blip r:embed="rId5"/>
          <a:stretch/>
        </p:blipFill>
        <p:spPr bwMode="auto">
          <a:xfrm>
            <a:off x="191386" y="2303369"/>
            <a:ext cx="2829163" cy="188610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pattFill prst="smCheck">
          <a:fgClr>
            <a:schemeClr val="tx1">
              <a:lumMod val="85000"/>
              <a:lumOff val="15000"/>
            </a:schemeClr>
          </a:fgClr>
          <a:bgClr>
            <a:schemeClr val="tx1">
              <a:lumMod val="95000"/>
              <a:lumOff val="5000"/>
            </a:schemeClr>
          </a:bgClr>
        </a:pattFill>
      </p:bgPr>
    </p:bg>
    <p:spTree>
      <p:nvGrpSpPr>
        <p:cNvPr id="1" name=""/>
        <p:cNvGrpSpPr/>
        <p:nvPr/>
      </p:nvGrpSpPr>
      <p:grpSpPr bwMode="auto">
        <a:xfrm>
          <a:off x="0" y="0"/>
          <a:ext cx="0" cy="0"/>
          <a:chOff x="0" y="0"/>
          <a:chExt cx="0" cy="0"/>
        </a:xfrm>
      </p:grpSpPr>
      <p:sp>
        <p:nvSpPr>
          <p:cNvPr id="229321044" name="Rectangle 10"/>
          <p:cNvSpPr/>
          <p:nvPr/>
        </p:nvSpPr>
        <p:spPr bwMode="auto">
          <a:xfrm>
            <a:off x="2387009" y="151759"/>
            <a:ext cx="4682006" cy="415595"/>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noAutofit/>
          </a:bodyPr>
          <a:lstStyle/>
          <a:p>
            <a:pPr algn="ctr">
              <a:defRPr/>
            </a:pPr>
            <a:r>
              <a:rPr lang="en-US" sz="2000" b="1">
                <a:solidFill>
                  <a:schemeClr val="bg1"/>
                </a:solidFill>
                <a:latin typeface="Leelawadee"/>
                <a:cs typeface="Leelawadee"/>
              </a:rPr>
              <a:t>Netflix Movie Data Analysis Project</a:t>
            </a:r>
            <a:endParaRPr/>
          </a:p>
        </p:txBody>
      </p:sp>
      <p:pic>
        <p:nvPicPr>
          <p:cNvPr id="851294881" name="Picture 3"/>
          <p:cNvPicPr>
            <a:picLocks noChangeAspect="1"/>
          </p:cNvPicPr>
          <p:nvPr/>
        </p:nvPicPr>
        <p:blipFill rotWithShape="1">
          <a:blip r:embed="rId3"/>
          <a:stretch/>
        </p:blipFill>
        <p:spPr bwMode="auto">
          <a:xfrm>
            <a:off x="160796" y="949804"/>
            <a:ext cx="4186121" cy="2890911"/>
          </a:xfrm>
          <a:prstGeom prst="rect">
            <a:avLst/>
          </a:prstGeom>
        </p:spPr>
      </p:pic>
      <p:sp>
        <p:nvSpPr>
          <p:cNvPr id="77326302" name="TextBox 5"/>
          <p:cNvSpPr txBox="1"/>
          <p:nvPr/>
        </p:nvSpPr>
        <p:spPr bwMode="auto">
          <a:xfrm>
            <a:off x="4346917" y="865163"/>
            <a:ext cx="4417256" cy="2446824"/>
          </a:xfrm>
          <a:prstGeom prst="rect">
            <a:avLst/>
          </a:prstGeom>
          <a:noFill/>
        </p:spPr>
        <p:txBody>
          <a:bodyPr wrap="square" rtlCol="0">
            <a:spAutoFit/>
          </a:bodyPr>
          <a:lstStyle/>
          <a:p>
            <a:pPr>
              <a:defRPr/>
            </a:pPr>
            <a:r>
              <a:rPr lang="en-US" sz="170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endParaRPr/>
          </a:p>
        </p:txBody>
      </p:sp>
      <p:pic>
        <p:nvPicPr>
          <p:cNvPr id="543619616" name="Picture 6"/>
          <p:cNvPicPr>
            <a:picLocks noChangeAspect="1"/>
          </p:cNvPicPr>
          <p:nvPr/>
        </p:nvPicPr>
        <p:blipFill rotWithShape="1">
          <a:blip r:embed="rId4"/>
          <a:stretch/>
        </p:blipFill>
        <p:spPr bwMode="auto">
          <a:xfrm>
            <a:off x="7529775" y="123227"/>
            <a:ext cx="1364479" cy="4155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pattFill prst="smCheck">
          <a:fgClr>
            <a:schemeClr val="tx1">
              <a:lumMod val="85000"/>
              <a:lumOff val="15000"/>
            </a:schemeClr>
          </a:fgClr>
          <a:bgClr>
            <a:schemeClr val="tx1">
              <a:lumMod val="95000"/>
              <a:lumOff val="5000"/>
            </a:schemeClr>
          </a:bgClr>
        </a:pattFill>
      </p:bgPr>
    </p:bg>
    <p:spTree>
      <p:nvGrpSpPr>
        <p:cNvPr id="1" name=""/>
        <p:cNvGrpSpPr/>
        <p:nvPr/>
      </p:nvGrpSpPr>
      <p:grpSpPr bwMode="auto">
        <a:xfrm>
          <a:off x="0" y="0"/>
          <a:ext cx="0" cy="0"/>
          <a:chOff x="0" y="0"/>
          <a:chExt cx="0" cy="0"/>
        </a:xfrm>
      </p:grpSpPr>
      <p:sp>
        <p:nvSpPr>
          <p:cNvPr id="142143980" name="Rectangle 10"/>
          <p:cNvSpPr/>
          <p:nvPr/>
        </p:nvSpPr>
        <p:spPr bwMode="auto">
          <a:xfrm>
            <a:off x="2387009" y="151759"/>
            <a:ext cx="4682006" cy="415595"/>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noAutofit/>
          </a:bodyPr>
          <a:lstStyle/>
          <a:p>
            <a:pPr algn="ctr">
              <a:defRPr/>
            </a:pPr>
            <a:r>
              <a:rPr lang="en-US" sz="2000" b="1">
                <a:solidFill>
                  <a:schemeClr val="bg1"/>
                </a:solidFill>
                <a:latin typeface="Leelawadee"/>
                <a:cs typeface="Leelawadee"/>
              </a:rPr>
              <a:t>Netflix Movie Data Analysis Project</a:t>
            </a:r>
            <a:endParaRPr/>
          </a:p>
        </p:txBody>
      </p:sp>
      <p:pic>
        <p:nvPicPr>
          <p:cNvPr id="1606472927" name="Picture 2"/>
          <p:cNvPicPr>
            <a:picLocks noChangeAspect="1"/>
          </p:cNvPicPr>
          <p:nvPr/>
        </p:nvPicPr>
        <p:blipFill rotWithShape="1">
          <a:blip r:embed="rId3"/>
          <a:stretch/>
        </p:blipFill>
        <p:spPr bwMode="auto">
          <a:xfrm>
            <a:off x="7371470" y="50740"/>
            <a:ext cx="1519311" cy="462755"/>
          </a:xfrm>
          <a:prstGeom prst="rect">
            <a:avLst/>
          </a:prstGeom>
        </p:spPr>
      </p:pic>
      <p:sp>
        <p:nvSpPr>
          <p:cNvPr id="1709532366" name="TextBox 7"/>
          <p:cNvSpPr txBox="1"/>
          <p:nvPr/>
        </p:nvSpPr>
        <p:spPr bwMode="auto">
          <a:xfrm>
            <a:off x="246186" y="748655"/>
            <a:ext cx="3749039" cy="3293209"/>
          </a:xfrm>
          <a:prstGeom prst="rect">
            <a:avLst/>
          </a:prstGeom>
          <a:noFill/>
        </p:spPr>
        <p:txBody>
          <a:bodyPr wrap="square">
            <a:spAutoFit/>
          </a:bodyPr>
          <a:lstStyle/>
          <a:p>
            <a:pPr>
              <a:defRPr/>
            </a:pPr>
            <a:r>
              <a:rPr lang="en-US" sz="1600">
                <a:solidFill>
                  <a:schemeClr val="bg1"/>
                </a:solidFill>
              </a:rPr>
              <a:t>As of 2024, Netflix reported a revenue of nearly $10 billion in the third quarter, with profits reaching $2.4 billion. </a:t>
            </a:r>
            <a:endParaRPr/>
          </a:p>
          <a:p>
            <a:pPr>
              <a:defRPr/>
            </a:pPr>
            <a:r>
              <a:rPr lang="en-US" sz="1600">
                <a:solidFill>
                  <a:schemeClr val="bg1"/>
                </a:solidFill>
              </a:rPr>
              <a:t>The platform boasts over 283 million paid memberships across more than 190 countries, offering a vast library of TV series, films, and games in various genres and languages. </a:t>
            </a:r>
            <a:endParaRPr/>
          </a:p>
          <a:p>
            <a:pPr>
              <a:defRPr/>
            </a:pPr>
            <a:endParaRPr lang="en-US" sz="1600">
              <a:solidFill>
                <a:schemeClr val="bg1"/>
              </a:solidFill>
            </a:endParaRPr>
          </a:p>
          <a:p>
            <a:pPr>
              <a:defRPr/>
            </a:pPr>
            <a:r>
              <a:rPr lang="en-US" sz="1600">
                <a:solidFill>
                  <a:schemeClr val="bg1"/>
                </a:solidFill>
              </a:rPr>
              <a:t>Overall, Netflix's evolution from a DVD rental service to a global streaming giant underscores its adaptability and innovative approach in the entertainment industry.</a:t>
            </a:r>
            <a:endParaRPr/>
          </a:p>
        </p:txBody>
      </p:sp>
      <p:pic>
        <p:nvPicPr>
          <p:cNvPr id="1705286198" name="Picture 9"/>
          <p:cNvPicPr>
            <a:picLocks noChangeAspect="1"/>
          </p:cNvPicPr>
          <p:nvPr/>
        </p:nvPicPr>
        <p:blipFill rotWithShape="1">
          <a:blip r:embed="rId4"/>
          <a:stretch/>
        </p:blipFill>
        <p:spPr bwMode="auto">
          <a:xfrm>
            <a:off x="4227342" y="609902"/>
            <a:ext cx="4839285" cy="27220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pattFill prst="smCheck">
          <a:fgClr>
            <a:schemeClr val="tx1">
              <a:lumMod val="85000"/>
              <a:lumOff val="15000"/>
            </a:schemeClr>
          </a:fgClr>
          <a:bgClr>
            <a:schemeClr val="tx1">
              <a:lumMod val="95000"/>
              <a:lumOff val="5000"/>
            </a:schemeClr>
          </a:bgClr>
        </a:pattFill>
      </p:bgPr>
    </p:bg>
    <p:spTree>
      <p:nvGrpSpPr>
        <p:cNvPr id="1" name=""/>
        <p:cNvGrpSpPr/>
        <p:nvPr/>
      </p:nvGrpSpPr>
      <p:grpSpPr bwMode="auto">
        <a:xfrm>
          <a:off x="0" y="0"/>
          <a:ext cx="0" cy="0"/>
          <a:chOff x="0" y="0"/>
          <a:chExt cx="0" cy="0"/>
        </a:xfrm>
      </p:grpSpPr>
      <p:sp>
        <p:nvSpPr>
          <p:cNvPr id="566494695" name="Rectangle 10"/>
          <p:cNvSpPr/>
          <p:nvPr/>
        </p:nvSpPr>
        <p:spPr bwMode="auto">
          <a:xfrm>
            <a:off x="2387009" y="151759"/>
            <a:ext cx="4682006" cy="415595"/>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noAutofit/>
          </a:bodyPr>
          <a:lstStyle/>
          <a:p>
            <a:pPr algn="ctr">
              <a:defRPr/>
            </a:pPr>
            <a:r>
              <a:rPr lang="en-US" sz="2000" b="1">
                <a:solidFill>
                  <a:schemeClr val="bg1"/>
                </a:solidFill>
                <a:latin typeface="Leelawadee"/>
                <a:cs typeface="Leelawadee"/>
              </a:rPr>
              <a:t>Netflix Movie Data Analysis Project</a:t>
            </a:r>
            <a:endParaRPr/>
          </a:p>
        </p:txBody>
      </p:sp>
      <p:pic>
        <p:nvPicPr>
          <p:cNvPr id="1890739655" name="Picture 2"/>
          <p:cNvPicPr>
            <a:picLocks noChangeAspect="1"/>
          </p:cNvPicPr>
          <p:nvPr/>
        </p:nvPicPr>
        <p:blipFill rotWithShape="1">
          <a:blip r:embed="rId3"/>
          <a:stretch/>
        </p:blipFill>
        <p:spPr bwMode="auto">
          <a:xfrm>
            <a:off x="7371470" y="50740"/>
            <a:ext cx="1519311" cy="462755"/>
          </a:xfrm>
          <a:prstGeom prst="rect">
            <a:avLst/>
          </a:prstGeom>
        </p:spPr>
      </p:pic>
      <p:pic>
        <p:nvPicPr>
          <p:cNvPr id="411736869" name="Picture 5"/>
          <p:cNvPicPr>
            <a:picLocks noChangeAspect="1"/>
          </p:cNvPicPr>
          <p:nvPr/>
        </p:nvPicPr>
        <p:blipFill rotWithShape="1">
          <a:blip r:embed="rId4"/>
          <a:stretch/>
        </p:blipFill>
        <p:spPr bwMode="auto">
          <a:xfrm>
            <a:off x="1428928" y="781820"/>
            <a:ext cx="5640087" cy="32566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pattFill prst="smCheck">
          <a:fgClr>
            <a:schemeClr val="tx1">
              <a:lumMod val="85000"/>
              <a:lumOff val="15000"/>
            </a:schemeClr>
          </a:fgClr>
          <a:bgClr>
            <a:schemeClr val="tx1">
              <a:lumMod val="95000"/>
              <a:lumOff val="5000"/>
            </a:schemeClr>
          </a:bgClr>
        </a:pattFill>
      </p:bgPr>
    </p:bg>
    <p:spTree>
      <p:nvGrpSpPr>
        <p:cNvPr id="1" name=""/>
        <p:cNvGrpSpPr/>
        <p:nvPr/>
      </p:nvGrpSpPr>
      <p:grpSpPr bwMode="auto">
        <a:xfrm>
          <a:off x="0" y="0"/>
          <a:ext cx="0" cy="0"/>
          <a:chOff x="0" y="0"/>
          <a:chExt cx="0" cy="0"/>
        </a:xfrm>
      </p:grpSpPr>
      <p:sp>
        <p:nvSpPr>
          <p:cNvPr id="225417804" name="Rectangle 10"/>
          <p:cNvSpPr/>
          <p:nvPr/>
        </p:nvSpPr>
        <p:spPr bwMode="auto">
          <a:xfrm>
            <a:off x="2387009" y="151759"/>
            <a:ext cx="4682006" cy="415595"/>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noAutofit/>
          </a:bodyPr>
          <a:lstStyle/>
          <a:p>
            <a:pPr algn="ctr">
              <a:defRPr/>
            </a:pPr>
            <a:r>
              <a:rPr lang="en-US" sz="2000" b="1">
                <a:solidFill>
                  <a:schemeClr val="bg1"/>
                </a:solidFill>
                <a:latin typeface="Leelawadee"/>
                <a:cs typeface="Leelawadee"/>
              </a:rPr>
              <a:t>Netflix Movie Data Analysis Project</a:t>
            </a:r>
            <a:endParaRPr/>
          </a:p>
        </p:txBody>
      </p:sp>
      <p:pic>
        <p:nvPicPr>
          <p:cNvPr id="2026435648" name="Picture 2"/>
          <p:cNvPicPr>
            <a:picLocks noChangeAspect="1"/>
          </p:cNvPicPr>
          <p:nvPr/>
        </p:nvPicPr>
        <p:blipFill rotWithShape="1">
          <a:blip r:embed="rId3"/>
          <a:stretch/>
        </p:blipFill>
        <p:spPr bwMode="auto">
          <a:xfrm>
            <a:off x="7371470" y="50740"/>
            <a:ext cx="1519311" cy="462755"/>
          </a:xfrm>
          <a:prstGeom prst="rect">
            <a:avLst/>
          </a:prstGeom>
        </p:spPr>
      </p:pic>
      <p:sp>
        <p:nvSpPr>
          <p:cNvPr id="900163689" name="TextBox 6"/>
          <p:cNvSpPr txBox="1"/>
          <p:nvPr/>
        </p:nvSpPr>
        <p:spPr bwMode="auto">
          <a:xfrm>
            <a:off x="246184" y="813576"/>
            <a:ext cx="8757497" cy="3109319"/>
          </a:xfrm>
          <a:prstGeom prst="rect">
            <a:avLst/>
          </a:prstGeom>
          <a:noFill/>
        </p:spPr>
        <p:txBody>
          <a:bodyPr wrap="square">
            <a:spAutoFit/>
          </a:bodyPr>
          <a:lstStyle/>
          <a:p>
            <a:pPr>
              <a:defRPr/>
            </a:pPr>
            <a:r>
              <a:rPr lang="en-US">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endParaRPr/>
          </a:p>
          <a:p>
            <a:pPr>
              <a:defRPr/>
            </a:pPr>
            <a:endParaRPr lang="en-US">
              <a:solidFill>
                <a:schemeClr val="bg1"/>
              </a:solidFill>
            </a:endParaRPr>
          </a:p>
          <a:p>
            <a:pPr marL="342900" indent="-342900">
              <a:buAutoNum type="arabicParenR"/>
              <a:defRPr/>
            </a:pPr>
            <a:r>
              <a:rPr lang="en-US">
                <a:solidFill>
                  <a:schemeClr val="bg1"/>
                </a:solidFill>
              </a:rPr>
              <a:t>What is the most frequent genre of movies released on Netflix?</a:t>
            </a:r>
            <a:endParaRPr/>
          </a:p>
          <a:p>
            <a:pPr marL="342900" indent="-342900">
              <a:buAutoNum type="arabicParenR"/>
              <a:defRPr/>
            </a:pPr>
            <a:r>
              <a:rPr lang="en-US">
                <a:solidFill>
                  <a:schemeClr val="bg1"/>
                </a:solidFill>
              </a:rPr>
              <a:t>Which has highest votes in vote </a:t>
            </a:r>
            <a:r>
              <a:rPr lang="en-US">
                <a:solidFill>
                  <a:schemeClr val="bg1"/>
                </a:solidFill>
              </a:rPr>
              <a:t>avg column?</a:t>
            </a:r>
            <a:endParaRPr lang="en-US">
              <a:solidFill>
                <a:schemeClr val="bg1"/>
              </a:solidFill>
            </a:endParaRPr>
          </a:p>
          <a:p>
            <a:pPr marL="342900" indent="-342900">
              <a:buAutoNum type="arabicParenR"/>
              <a:defRPr/>
            </a:pPr>
            <a:r>
              <a:rPr lang="en-US">
                <a:solidFill>
                  <a:schemeClr val="bg1"/>
                </a:solidFill>
              </a:rPr>
              <a:t>What movie got the highest popularity? what's its genre?</a:t>
            </a:r>
            <a:endParaRPr/>
          </a:p>
          <a:p>
            <a:pPr marL="342900" indent="-342900">
              <a:buFontTx/>
              <a:buAutoNum type="arabicParenR"/>
              <a:defRPr/>
            </a:pPr>
            <a:r>
              <a:rPr lang="en-US">
                <a:solidFill>
                  <a:schemeClr val="bg1"/>
                </a:solidFill>
              </a:rPr>
              <a:t>What movie got the lowest popularity? what's its genre?</a:t>
            </a:r>
            <a:endParaRPr/>
          </a:p>
          <a:p>
            <a:pPr marL="342900" indent="-342900">
              <a:buAutoNum type="arabicParenR"/>
              <a:defRPr/>
            </a:pPr>
            <a:r>
              <a:rPr lang="en-US">
                <a:solidFill>
                  <a:schemeClr val="bg1"/>
                </a:solidFill>
              </a:rPr>
              <a:t>Which year has the most </a:t>
            </a:r>
            <a:r>
              <a:rPr lang="en-US">
                <a:solidFill>
                  <a:schemeClr val="bg1"/>
                </a:solidFill>
              </a:rPr>
              <a:t>filmed</a:t>
            </a:r>
            <a:r>
              <a:rPr lang="en-US">
                <a:solidFill>
                  <a:schemeClr val="bg1"/>
                </a:solidFill>
              </a:rPr>
              <a:t> movies?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Arial"/>
        <a:cs typeface="Arial"/>
      </a:majorFont>
      <a:minorFont>
        <a:latin typeface="Calibri"/>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ONLYOFFICE/9.2.1.43</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
  <cp:revision>1411</cp:revision>
  <dcterms:created xsi:type="dcterms:W3CDTF">2022-12-29T08:52:07Z</dcterms:created>
  <dcterms:modified xsi:type="dcterms:W3CDTF">2026-04-10T16:21:01Z</dcterms:modified>
</cp:coreProperties>
</file>